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CHIRP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 species classification on Stanford campus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Preliminary Results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8F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5303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species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20440" y="4572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8F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5,966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520440" y="5303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(3 sources)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4572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8F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0.671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126480" y="5303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macro-F1 (RF)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32520" y="4572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8F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20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732520" y="5303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at 1.00 test F1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github.com/medha156/CHIRP   ·   2026-05-29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20-class bird classifier from short video clips, deployable on Stanford campus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Dual-backbone ensemble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 Swin-T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585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frames → [B, 768]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Kinetics-400 pretrained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50292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88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EfficientNet-B3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127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1–16 keyframes → [B, 1536]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pretrained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5029200" cy="777240"/>
          </a:xfrm>
          <a:prstGeom prst="rect">
            <a:avLst/>
          </a:prstGeom>
          <a:solidFill>
            <a:srgbClr val="2C5F2D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57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Fusion MLP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9959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→ 2304 → 512 → 20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14630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milestones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0" y="1874520"/>
            <a:ext cx="5760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pipeline: VideoDataset, preprocess, augment, optical flow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Swin-T, EB3, fusion head, classical baselines (KNN/RF/XGB)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AdamW + cosine warm-up + early stop + WandB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Eval: confusion matrix, per-class F1, SHAP, GradCAM + rollout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Experiments: ablation sweep + picture-vs-video temporal sweep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Infra: 75 unit tests + GitHub Actions CI + REPORT.md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 · Milestone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— built from 3 free public sources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plan (FBD-SV-2024 + VB100) had to be rebuilt: FBD has no species labels, iNat has no videos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/ 20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species covered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46304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554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5,966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83280" y="2194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554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8F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09360" y="2194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video clips (VB100)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235440" y="146304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554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8F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5,890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235440" y="2194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(Birds-525 + iNat)</a:t>
            </a:r>
            <a:endParaRPr lang="en-US" sz="1100" dirty="0"/>
          </a:p>
        </p:txBody>
      </p:sp>
      <p:pic>
        <p:nvPicPr>
          <p:cNvPr id="16" name="Image 0" descr="/Users/medha156/Documents/chirp/outputs/figures/merged_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0"/>
            <a:ext cx="7315200" cy="33832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955280" y="2926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&amp; coverage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955280" y="3246120"/>
            <a:ext cx="40233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VB100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(Zenodo, CC BY-NC-SA): 5 species, ~14 video clips each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Birds-525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(HuggingFace, CC0): 8 species, ≤150 photos each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iNaturalist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(API, CC*): 8 gap species, ~590 Bay Area photos each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Milestone 3 we subsampled to 538 (30/class) so the sweep would fit on CPU.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 · Milestone 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— Random Forest leads on the mini-sweep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experiments completed on CPU; Swin-T + Fusion deferred to GPU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572000" cy="4846320"/>
          </a:xfrm>
          <a:prstGeom prst="roundRect">
            <a:avLst>
              <a:gd name="adj" fmla="val 2000"/>
            </a:avLst>
          </a:prstGeom>
          <a:solidFill>
            <a:srgbClr val="1A2E1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18F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0.671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macro-F1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on frozen EB3 features (one-shot fit)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13×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20-class chance (0.050)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+0.11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linear-probe EB3 (0.549)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at perfect 1.00 test F1 (EB3)</a:t>
            </a:r>
            <a:endParaRPr lang="en-US" sz="1400" dirty="0"/>
          </a:p>
        </p:txBody>
      </p:sp>
      <p:pic>
        <p:nvPicPr>
          <p:cNvPr id="9" name="Image 0" descr="/Users/medha156/Documents/chirp/outputs/figures/mini_per_experiment_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554480"/>
            <a:ext cx="6583680" cy="4572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 · Milestone 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Per-class F1 reveals the real story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EB3 T=4 linear-probe, test split (81 samples) — performance correlates with data source</a:t>
            </a:r>
            <a:endParaRPr lang="en-US" sz="1400" dirty="0"/>
          </a:p>
        </p:txBody>
      </p:sp>
      <p:pic>
        <p:nvPicPr>
          <p:cNvPr id="4" name="Image 0" descr="/Users/medha156/Documents/chirp/outputs/figures/mini_per_class_f1_eb3_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7498080" cy="5120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417320"/>
            <a:ext cx="3749040" cy="51206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21040" y="1965960"/>
            <a:ext cx="3383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perfect-F1 species (1.00)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from Birds-525 — curated single-bird photos. ImageNet features transfer perfectly here.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tier (0.18 – 0.89)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VB100 video species + a few iNat species — model partially generalizes.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9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zero-F1 species (0.00)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from iNaturalist — cluttered citizen-science photos. Frozen ImageNet features don't generalize without fine-tuning.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data source dominates model architecture at this scale.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 · Milestone 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Picture vs video — small lift, explainable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EfficientNet-B3: T=1 (picture) → T=4 (frames) on the mini sweep</a:t>
            </a:r>
            <a:endParaRPr lang="en-US" sz="1400" dirty="0"/>
          </a:p>
        </p:txBody>
      </p:sp>
      <p:pic>
        <p:nvPicPr>
          <p:cNvPr id="4" name="Image 0" descr="/Users/medha156/Documents/chirp/outputs/figures/mini_picture_vs_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713232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417320"/>
            <a:ext cx="4114800" cy="429768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lift is small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55280" y="19659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20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species have actual video clips (the VB100 subset).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15 species are photos. At T=4 the model sees 4 augmented copies of the same image — no real temporal information.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+0.013 F1 reflects mostly augmentation noise, not temporal learning.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experiment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restrict to the 5 VB100 species, OR request Macaulay Library videos for the missing 15.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585216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1A2E1B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5897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Picture-vs-video lift on the mini sweep: </a:t>
            </a:r>
            <a:pPr indent="0" marL="0">
              <a:buNone/>
            </a:pPr>
            <a:r>
              <a:rPr lang="en-US" sz="13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+0.013 F1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bounded by dataset composition, not architecture.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 · Milestone 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— what's working, what isn't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between the per-class numbers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" cy="4937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What's working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produces real learning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experiments land 10-13× above random chance.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features transfer on curated photos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Birds-525 species hit perfect F1 with zero gradient updates to the backbone.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a strong baseline on frozen features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3891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0.671 val F1 beats the linear probe (0.565) by +0.11 — non-linear head matters.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5166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video + photo input flows end-to-end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4864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training loop handles VB100 mp4, Birds-525 JPGs, iNat JPGs without per-source branching.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109728" cy="4937760"/>
          </a:xfrm>
          <a:prstGeom prst="rect">
            <a:avLst/>
          </a:prstGeom>
          <a:solidFill>
            <a:srgbClr val="B94A48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4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  What isn't (yet)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37960" y="1874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iNaturalist photo classes are completely missed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21945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species (Chickadee, Bushtit, Oak Titmouse, Yellow-rumped Warbler) at 0.0 F1 — frozen ImageNet doesn't generalize to cluttered citizen-science photos.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2971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Picture-vs-video lift is tiny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32918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+0.013 F1 — because 15 of 20 species are photos with no real temporal info.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4069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/ Fusion experiments couldn't complete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43891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Swin-T at T=8 hits 25+ sec/batch on CPU. Deferred to GPU.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5166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fine-tuning untested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54864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ran with frozen backbone. Full fine-tune likely closes the iNat gap but needs GPU.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 · Milestone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— what you should not over-read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caveats on the 0.671 headline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40080" cy="64008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size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538-sample subset of the 5,966 we have. Full-data numbers should match or improve. Test split = 81 samples; per-class noise is non-trivial.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640080" cy="64008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imbalance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8346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VB100-only classes have 13–18 samples vs 30 elsewhere. WeightedRandomSampler helps but the per-class variance is still meaningful.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640080" cy="64008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3474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CPU compute ceiling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840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frozen-backbone experiments completed. Full fine-tune + Swin-T + Fusion all need GPU. No multi-frame results beyond T=4.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640080" cy="64008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8016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Picture-vs-video story is incomplete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846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 of 20 species have real video. The +0.013 F1 lift between T=1 and T=4 is not a clean test of temporal modelling.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532120"/>
            <a:ext cx="640080" cy="64008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532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28016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/ test domain mix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852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Birds-525 (clean) and iNaturalist (cluttered) photos have different distributions. The model is strongest on its training distribution.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 · Milestone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8F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priority order — pipeline is ready, compute is the bottleneck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640080" cy="64008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 a GPU window (~$5 on Lambda Labs / AWS spot, ~6 hrs)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965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 of EB3, Swin-T baseline, Fusion ensemble — fills every TBD cell in the results table.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640080" cy="64008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80160" y="2560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on full 5,966 samples instead of the 538 subset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926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Better-calibrated F1; less noisy per-class numbers; full-data confusion matrix.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640080" cy="64008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3520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 Macaulay Library video access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886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research. Would give real video for the 15 photo-only species and enable a clean picture-vs-video test.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640080" cy="64008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8016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GradCAM + SHAP analysis on the trained model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846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iNaturalist zero-F1 species at the pixel level.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486400"/>
            <a:ext cx="640080" cy="64008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486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28016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Optical-flow + Swin ablation on the 5 video species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806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5-channel input justifies the 1.5× compute cost.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github.com/medha156/CHIRP   ·   REPORT.md has the full numbers + reproduction commands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CHIRP — Milestone 3 Preliminary Results</dc:title>
  <dc:subject>PptxGenJS Presentation</dc:subject>
  <dc:creator>CHIRP project</dc:creator>
  <cp:lastModifiedBy>CHIRP project</cp:lastModifiedBy>
  <cp:revision>1</cp:revision>
  <dcterms:created xsi:type="dcterms:W3CDTF">2026-05-29T16:32:24Z</dcterms:created>
  <dcterms:modified xsi:type="dcterms:W3CDTF">2026-05-29T16:32:24Z</dcterms:modified>
</cp:coreProperties>
</file>